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D6AD-BA32-4781-8DEC-926E90358B9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A0908-8FB7-45CA-8DF1-8804F5BD2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709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D6AD-BA32-4781-8DEC-926E90358B9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A0908-8FB7-45CA-8DF1-8804F5BD2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03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D6AD-BA32-4781-8DEC-926E90358B9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A0908-8FB7-45CA-8DF1-8804F5BD2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26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D6AD-BA32-4781-8DEC-926E90358B9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A0908-8FB7-45CA-8DF1-8804F5BD2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12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D6AD-BA32-4781-8DEC-926E90358B9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A0908-8FB7-45CA-8DF1-8804F5BD2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79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D6AD-BA32-4781-8DEC-926E90358B9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A0908-8FB7-45CA-8DF1-8804F5BD2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3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D6AD-BA32-4781-8DEC-926E90358B9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A0908-8FB7-45CA-8DF1-8804F5BD2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38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D6AD-BA32-4781-8DEC-926E90358B9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A0908-8FB7-45CA-8DF1-8804F5BD2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9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D6AD-BA32-4781-8DEC-926E90358B9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A0908-8FB7-45CA-8DF1-8804F5BD2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38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D6AD-BA32-4781-8DEC-926E90358B9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A0908-8FB7-45CA-8DF1-8804F5BD2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95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D6AD-BA32-4781-8DEC-926E90358B9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A0908-8FB7-45CA-8DF1-8804F5BD2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161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DD6AD-BA32-4781-8DEC-926E90358B9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A0908-8FB7-45CA-8DF1-8804F5BD2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22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40" y="578358"/>
            <a:ext cx="9960633" cy="34467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32646" y="2751589"/>
            <a:ext cx="1350627" cy="679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569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5894" y="469783"/>
            <a:ext cx="11333526" cy="60065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746154" y="1080432"/>
          <a:ext cx="104648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7788">
                  <a:extLst>
                    <a:ext uri="{9D8B030D-6E8A-4147-A177-3AD203B41FA5}">
                      <a16:colId xmlns:a16="http://schemas.microsoft.com/office/drawing/2014/main" val="3801816447"/>
                    </a:ext>
                  </a:extLst>
                </a:gridCol>
                <a:gridCol w="1967306">
                  <a:extLst>
                    <a:ext uri="{9D8B030D-6E8A-4147-A177-3AD203B41FA5}">
                      <a16:colId xmlns:a16="http://schemas.microsoft.com/office/drawing/2014/main" val="1041014271"/>
                    </a:ext>
                  </a:extLst>
                </a:gridCol>
                <a:gridCol w="1002692">
                  <a:extLst>
                    <a:ext uri="{9D8B030D-6E8A-4147-A177-3AD203B41FA5}">
                      <a16:colId xmlns:a16="http://schemas.microsoft.com/office/drawing/2014/main" val="396719815"/>
                    </a:ext>
                  </a:extLst>
                </a:gridCol>
                <a:gridCol w="1992691">
                  <a:extLst>
                    <a:ext uri="{9D8B030D-6E8A-4147-A177-3AD203B41FA5}">
                      <a16:colId xmlns:a16="http://schemas.microsoft.com/office/drawing/2014/main" val="258289265"/>
                    </a:ext>
                  </a:extLst>
                </a:gridCol>
                <a:gridCol w="1361249">
                  <a:extLst>
                    <a:ext uri="{9D8B030D-6E8A-4147-A177-3AD203B41FA5}">
                      <a16:colId xmlns:a16="http://schemas.microsoft.com/office/drawing/2014/main" val="2643860734"/>
                    </a:ext>
                  </a:extLst>
                </a:gridCol>
                <a:gridCol w="901153">
                  <a:extLst>
                    <a:ext uri="{9D8B030D-6E8A-4147-A177-3AD203B41FA5}">
                      <a16:colId xmlns:a16="http://schemas.microsoft.com/office/drawing/2014/main" val="2479227080"/>
                    </a:ext>
                  </a:extLst>
                </a:gridCol>
                <a:gridCol w="901153">
                  <a:extLst>
                    <a:ext uri="{9D8B030D-6E8A-4147-A177-3AD203B41FA5}">
                      <a16:colId xmlns:a16="http://schemas.microsoft.com/office/drawing/2014/main" val="1059325377"/>
                    </a:ext>
                  </a:extLst>
                </a:gridCol>
                <a:gridCol w="1700768">
                  <a:extLst>
                    <a:ext uri="{9D8B030D-6E8A-4147-A177-3AD203B41FA5}">
                      <a16:colId xmlns:a16="http://schemas.microsoft.com/office/drawing/2014/main" val="169427355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S/NO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Collection Date 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Marketing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Client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Cheqe Amount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Collected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Image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69382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86579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469321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86774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106885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03546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847089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665653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369721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45354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109623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796367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84162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279446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4379053" y="4546833"/>
          <a:ext cx="2997200" cy="1333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2248">
                  <a:extLst>
                    <a:ext uri="{9D8B030D-6E8A-4147-A177-3AD203B41FA5}">
                      <a16:colId xmlns:a16="http://schemas.microsoft.com/office/drawing/2014/main" val="268055101"/>
                    </a:ext>
                  </a:extLst>
                </a:gridCol>
                <a:gridCol w="1994952">
                  <a:extLst>
                    <a:ext uri="{9D8B030D-6E8A-4147-A177-3AD203B41FA5}">
                      <a16:colId xmlns:a16="http://schemas.microsoft.com/office/drawing/2014/main" val="1828612918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Summery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1431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Marketing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Amount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5644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14923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41089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021298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828383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Total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4982091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10595295" y="553673"/>
            <a:ext cx="989901" cy="293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87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5894" y="469783"/>
            <a:ext cx="11333526" cy="60065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241571" y="1132514"/>
            <a:ext cx="1224792" cy="251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>
                <a:solidFill>
                  <a:schemeClr val="tx1"/>
                </a:solidFill>
              </a:rPr>
              <a:t>Current Time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09643" y="1132514"/>
            <a:ext cx="3070371" cy="251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41571" y="1721142"/>
            <a:ext cx="1224792" cy="251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>
                <a:solidFill>
                  <a:schemeClr val="tx1"/>
                </a:solidFill>
              </a:rPr>
              <a:t>Marketing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09643" y="1721142"/>
            <a:ext cx="3070371" cy="251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41571" y="2334936"/>
            <a:ext cx="1224792" cy="251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>
                <a:solidFill>
                  <a:schemeClr val="tx1"/>
                </a:solidFill>
              </a:rPr>
              <a:t>Client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09643" y="2334936"/>
            <a:ext cx="3070371" cy="251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41571" y="2892803"/>
            <a:ext cx="1224792" cy="251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tx1"/>
                </a:solidFill>
              </a:rPr>
              <a:t>C</a:t>
            </a:r>
            <a:r>
              <a:rPr lang="en-US" sz="800" dirty="0" err="1" smtClean="0">
                <a:solidFill>
                  <a:schemeClr val="tx1"/>
                </a:solidFill>
              </a:rPr>
              <a:t>heque</a:t>
            </a:r>
            <a:r>
              <a:rPr lang="en-US" sz="800" dirty="0" smtClean="0">
                <a:solidFill>
                  <a:schemeClr val="tx1"/>
                </a:solidFill>
              </a:rPr>
              <a:t> Type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09643" y="2892803"/>
            <a:ext cx="3070371" cy="251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41571" y="3387056"/>
            <a:ext cx="1224792" cy="251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>
                <a:solidFill>
                  <a:schemeClr val="tx1"/>
                </a:solidFill>
              </a:rPr>
              <a:t>Cheque Date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09643" y="3387056"/>
            <a:ext cx="3070371" cy="251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41571" y="3879558"/>
            <a:ext cx="1224792" cy="251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 smtClean="0">
                <a:solidFill>
                  <a:schemeClr val="tx1"/>
                </a:solidFill>
              </a:rPr>
              <a:t>Cheque</a:t>
            </a:r>
            <a:r>
              <a:rPr lang="en-US" sz="800" dirty="0" smtClean="0">
                <a:solidFill>
                  <a:schemeClr val="tx1"/>
                </a:solidFill>
              </a:rPr>
              <a:t> Amount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09643" y="3879558"/>
            <a:ext cx="3070371" cy="251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571" y="4551184"/>
            <a:ext cx="4538443" cy="137370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212822" y="5924889"/>
            <a:ext cx="1333850" cy="2494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Submit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27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5894" y="469783"/>
            <a:ext cx="11333526" cy="60065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685098"/>
              </p:ext>
            </p:extLst>
          </p:nvPr>
        </p:nvGraphicFramePr>
        <p:xfrm>
          <a:off x="746154" y="1080432"/>
          <a:ext cx="104648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7788">
                  <a:extLst>
                    <a:ext uri="{9D8B030D-6E8A-4147-A177-3AD203B41FA5}">
                      <a16:colId xmlns:a16="http://schemas.microsoft.com/office/drawing/2014/main" val="3801816447"/>
                    </a:ext>
                  </a:extLst>
                </a:gridCol>
                <a:gridCol w="1967306">
                  <a:extLst>
                    <a:ext uri="{9D8B030D-6E8A-4147-A177-3AD203B41FA5}">
                      <a16:colId xmlns:a16="http://schemas.microsoft.com/office/drawing/2014/main" val="1041014271"/>
                    </a:ext>
                  </a:extLst>
                </a:gridCol>
                <a:gridCol w="1002692">
                  <a:extLst>
                    <a:ext uri="{9D8B030D-6E8A-4147-A177-3AD203B41FA5}">
                      <a16:colId xmlns:a16="http://schemas.microsoft.com/office/drawing/2014/main" val="396719815"/>
                    </a:ext>
                  </a:extLst>
                </a:gridCol>
                <a:gridCol w="1992691">
                  <a:extLst>
                    <a:ext uri="{9D8B030D-6E8A-4147-A177-3AD203B41FA5}">
                      <a16:colId xmlns:a16="http://schemas.microsoft.com/office/drawing/2014/main" val="258289265"/>
                    </a:ext>
                  </a:extLst>
                </a:gridCol>
                <a:gridCol w="1361249">
                  <a:extLst>
                    <a:ext uri="{9D8B030D-6E8A-4147-A177-3AD203B41FA5}">
                      <a16:colId xmlns:a16="http://schemas.microsoft.com/office/drawing/2014/main" val="2643860734"/>
                    </a:ext>
                  </a:extLst>
                </a:gridCol>
                <a:gridCol w="901153">
                  <a:extLst>
                    <a:ext uri="{9D8B030D-6E8A-4147-A177-3AD203B41FA5}">
                      <a16:colId xmlns:a16="http://schemas.microsoft.com/office/drawing/2014/main" val="2479227080"/>
                    </a:ext>
                  </a:extLst>
                </a:gridCol>
                <a:gridCol w="901153">
                  <a:extLst>
                    <a:ext uri="{9D8B030D-6E8A-4147-A177-3AD203B41FA5}">
                      <a16:colId xmlns:a16="http://schemas.microsoft.com/office/drawing/2014/main" val="1059325377"/>
                    </a:ext>
                  </a:extLst>
                </a:gridCol>
                <a:gridCol w="1700768">
                  <a:extLst>
                    <a:ext uri="{9D8B030D-6E8A-4147-A177-3AD203B41FA5}">
                      <a16:colId xmlns:a16="http://schemas.microsoft.com/office/drawing/2014/main" val="169427355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S/NO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Collection Date 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Marketing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Client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Cheqe Amount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Collected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Image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69382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86579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469321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86774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106885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03546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847089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665653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369721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45354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109623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796367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84162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279446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777802"/>
              </p:ext>
            </p:extLst>
          </p:nvPr>
        </p:nvGraphicFramePr>
        <p:xfrm>
          <a:off x="4379053" y="4546833"/>
          <a:ext cx="2997200" cy="1333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2248">
                  <a:extLst>
                    <a:ext uri="{9D8B030D-6E8A-4147-A177-3AD203B41FA5}">
                      <a16:colId xmlns:a16="http://schemas.microsoft.com/office/drawing/2014/main" val="268055101"/>
                    </a:ext>
                  </a:extLst>
                </a:gridCol>
                <a:gridCol w="1994952">
                  <a:extLst>
                    <a:ext uri="{9D8B030D-6E8A-4147-A177-3AD203B41FA5}">
                      <a16:colId xmlns:a16="http://schemas.microsoft.com/office/drawing/2014/main" val="1828612918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Summery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1431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Marketing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Amount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5644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14923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41089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021298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828383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Total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4982091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10595295" y="553673"/>
            <a:ext cx="989901" cy="293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720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</TotalTime>
  <Words>43</Words>
  <Application>Microsoft Office PowerPoint</Application>
  <PresentationFormat>Widescreen</PresentationFormat>
  <Paragraphs>259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Muhammed Ajeesh</dc:creator>
  <cp:lastModifiedBy>Muhammed Ajeesh</cp:lastModifiedBy>
  <cp:revision>7</cp:revision>
  <dcterms:created xsi:type="dcterms:W3CDTF">2025-02-14T07:27:48Z</dcterms:created>
  <dcterms:modified xsi:type="dcterms:W3CDTF">2025-02-15T06:43:52Z</dcterms:modified>
</cp:coreProperties>
</file>