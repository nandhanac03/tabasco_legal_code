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9259-80DF-4424-9E7A-7502210C2AC6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4F3E-BB54-46DF-AB0E-426A5CA1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216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9259-80DF-4424-9E7A-7502210C2AC6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4F3E-BB54-46DF-AB0E-426A5CA1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981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9259-80DF-4424-9E7A-7502210C2AC6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4F3E-BB54-46DF-AB0E-426A5CA1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57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9259-80DF-4424-9E7A-7502210C2AC6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4F3E-BB54-46DF-AB0E-426A5CA1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30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9259-80DF-4424-9E7A-7502210C2AC6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4F3E-BB54-46DF-AB0E-426A5CA1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94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9259-80DF-4424-9E7A-7502210C2AC6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4F3E-BB54-46DF-AB0E-426A5CA1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872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9259-80DF-4424-9E7A-7502210C2AC6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4F3E-BB54-46DF-AB0E-426A5CA1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7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9259-80DF-4424-9E7A-7502210C2AC6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4F3E-BB54-46DF-AB0E-426A5CA1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74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9259-80DF-4424-9E7A-7502210C2AC6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4F3E-BB54-46DF-AB0E-426A5CA1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9259-80DF-4424-9E7A-7502210C2AC6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4F3E-BB54-46DF-AB0E-426A5CA1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26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9259-80DF-4424-9E7A-7502210C2AC6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14F3E-BB54-46DF-AB0E-426A5CA1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8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89259-80DF-4424-9E7A-7502210C2AC6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14F3E-BB54-46DF-AB0E-426A5CA18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2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6" y="856501"/>
            <a:ext cx="12001033" cy="47709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9110" y="2599559"/>
            <a:ext cx="205059" cy="193975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869705"/>
              </p:ext>
            </p:extLst>
          </p:nvPr>
        </p:nvGraphicFramePr>
        <p:xfrm>
          <a:off x="10402348" y="2438844"/>
          <a:ext cx="1132513" cy="2359656"/>
        </p:xfrm>
        <a:graphic>
          <a:graphicData uri="http://schemas.openxmlformats.org/drawingml/2006/table">
            <a:tbl>
              <a:tblPr/>
              <a:tblGrid>
                <a:gridCol w="604008">
                  <a:extLst>
                    <a:ext uri="{9D8B030D-6E8A-4147-A177-3AD203B41FA5}">
                      <a16:colId xmlns:a16="http://schemas.microsoft.com/office/drawing/2014/main" val="439250744"/>
                    </a:ext>
                  </a:extLst>
                </a:gridCol>
                <a:gridCol w="528505">
                  <a:extLst>
                    <a:ext uri="{9D8B030D-6E8A-4147-A177-3AD203B41FA5}">
                      <a16:colId xmlns:a16="http://schemas.microsoft.com/office/drawing/2014/main" val="836292515"/>
                    </a:ext>
                  </a:extLst>
                </a:gridCol>
              </a:tblGrid>
              <a:tr h="1966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Remark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634939"/>
                  </a:ext>
                </a:extLst>
              </a:tr>
              <a:tr h="19663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332292"/>
                  </a:ext>
                </a:extLst>
              </a:tr>
              <a:tr h="19663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8566782"/>
                  </a:ext>
                </a:extLst>
              </a:tr>
              <a:tr h="19663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806711"/>
                  </a:ext>
                </a:extLst>
              </a:tr>
              <a:tr h="19663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554978"/>
                  </a:ext>
                </a:extLst>
              </a:tr>
              <a:tr h="19663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3094233"/>
                  </a:ext>
                </a:extLst>
              </a:tr>
              <a:tr h="19663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085912"/>
                  </a:ext>
                </a:extLst>
              </a:tr>
              <a:tr h="19663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670662"/>
                  </a:ext>
                </a:extLst>
              </a:tr>
              <a:tr h="19663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212949"/>
                  </a:ext>
                </a:extLst>
              </a:tr>
              <a:tr h="19663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856995"/>
                  </a:ext>
                </a:extLst>
              </a:tr>
              <a:tr h="19663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009934"/>
                  </a:ext>
                </a:extLst>
              </a:tr>
              <a:tr h="196638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653907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0" y="1191237"/>
            <a:ext cx="4538444" cy="9815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ADD Search OPTION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624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8448" y="494950"/>
            <a:ext cx="11627141" cy="60149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57681" y="1023457"/>
            <a:ext cx="3791824" cy="2516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E</a:t>
            </a:r>
            <a:r>
              <a:rPr lang="en-US" sz="1050" dirty="0" smtClean="0">
                <a:solidFill>
                  <a:schemeClr val="tx1"/>
                </a:solidFill>
              </a:rPr>
              <a:t>xisting client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6" name="Isosceles Triangle 5"/>
          <p:cNvSpPr/>
          <p:nvPr/>
        </p:nvSpPr>
        <p:spPr>
          <a:xfrm rot="10800000">
            <a:off x="4538444" y="1090569"/>
            <a:ext cx="226503" cy="9227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57681" y="1459684"/>
            <a:ext cx="3791824" cy="2516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 smtClean="0">
                <a:solidFill>
                  <a:schemeClr val="tx1"/>
                </a:solidFill>
              </a:rPr>
              <a:t>Add QUOTATION</a:t>
            </a:r>
            <a:endParaRPr 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52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53" y="429523"/>
            <a:ext cx="11156024" cy="586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92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8448" y="494950"/>
            <a:ext cx="11627141" cy="60149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57681" y="1023457"/>
            <a:ext cx="3791824" cy="2516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solidFill>
                  <a:schemeClr val="tx1"/>
                </a:solidFill>
              </a:rPr>
              <a:t>New client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6" name="Isosceles Triangle 5"/>
          <p:cNvSpPr/>
          <p:nvPr/>
        </p:nvSpPr>
        <p:spPr>
          <a:xfrm rot="10800000">
            <a:off x="4538444" y="1090569"/>
            <a:ext cx="226503" cy="9227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57681" y="1459684"/>
            <a:ext cx="3791824" cy="2516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 smtClean="0">
                <a:solidFill>
                  <a:schemeClr val="tx1"/>
                </a:solidFill>
              </a:rPr>
              <a:t>Create Client</a:t>
            </a:r>
            <a:endParaRPr 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079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15" y="588497"/>
            <a:ext cx="11088304" cy="539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85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47" y="623843"/>
            <a:ext cx="11802171" cy="588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69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Muhammed Ajeesh</dc:creator>
  <cp:lastModifiedBy>Muhammed Ajeesh</cp:lastModifiedBy>
  <cp:revision>4</cp:revision>
  <dcterms:created xsi:type="dcterms:W3CDTF">2025-02-18T07:01:22Z</dcterms:created>
  <dcterms:modified xsi:type="dcterms:W3CDTF">2025-02-18T07:26:41Z</dcterms:modified>
</cp:coreProperties>
</file>