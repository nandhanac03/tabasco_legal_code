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45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22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6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2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2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70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7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5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5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3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59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0EEFD-7370-4DE1-BE2C-208FBDC38055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CDF2E-E077-48A4-A7F0-5EEF316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4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75" y="346615"/>
            <a:ext cx="11500365" cy="558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0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7839" y="218114"/>
            <a:ext cx="11425805" cy="63169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84258"/>
              </p:ext>
            </p:extLst>
          </p:nvPr>
        </p:nvGraphicFramePr>
        <p:xfrm>
          <a:off x="733976" y="1308683"/>
          <a:ext cx="10926720" cy="9647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3320">
                  <a:extLst>
                    <a:ext uri="{9D8B030D-6E8A-4147-A177-3AD203B41FA5}">
                      <a16:colId xmlns:a16="http://schemas.microsoft.com/office/drawing/2014/main" val="1032412277"/>
                    </a:ext>
                  </a:extLst>
                </a:gridCol>
                <a:gridCol w="1594981">
                  <a:extLst>
                    <a:ext uri="{9D8B030D-6E8A-4147-A177-3AD203B41FA5}">
                      <a16:colId xmlns:a16="http://schemas.microsoft.com/office/drawing/2014/main" val="526826828"/>
                    </a:ext>
                  </a:extLst>
                </a:gridCol>
                <a:gridCol w="2569689">
                  <a:extLst>
                    <a:ext uri="{9D8B030D-6E8A-4147-A177-3AD203B41FA5}">
                      <a16:colId xmlns:a16="http://schemas.microsoft.com/office/drawing/2014/main" val="168935944"/>
                    </a:ext>
                  </a:extLst>
                </a:gridCol>
                <a:gridCol w="1063320">
                  <a:extLst>
                    <a:ext uri="{9D8B030D-6E8A-4147-A177-3AD203B41FA5}">
                      <a16:colId xmlns:a16="http://schemas.microsoft.com/office/drawing/2014/main" val="2176611268"/>
                    </a:ext>
                  </a:extLst>
                </a:gridCol>
                <a:gridCol w="1063320">
                  <a:extLst>
                    <a:ext uri="{9D8B030D-6E8A-4147-A177-3AD203B41FA5}">
                      <a16:colId xmlns:a16="http://schemas.microsoft.com/office/drawing/2014/main" val="1909500500"/>
                    </a:ext>
                  </a:extLst>
                </a:gridCol>
                <a:gridCol w="2242940">
                  <a:extLst>
                    <a:ext uri="{9D8B030D-6E8A-4147-A177-3AD203B41FA5}">
                      <a16:colId xmlns:a16="http://schemas.microsoft.com/office/drawing/2014/main" val="1347733386"/>
                    </a:ext>
                  </a:extLst>
                </a:gridCol>
                <a:gridCol w="1329150">
                  <a:extLst>
                    <a:ext uri="{9D8B030D-6E8A-4147-A177-3AD203B41FA5}">
                      <a16:colId xmlns:a16="http://schemas.microsoft.com/office/drawing/2014/main" val="4250460156"/>
                    </a:ext>
                  </a:extLst>
                </a:gridCol>
              </a:tblGrid>
              <a:tr h="2568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Date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Case Number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Category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Court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Stage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Last </a:t>
                      </a:r>
                      <a:r>
                        <a:rPr lang="en-US" sz="1000" b="1" u="none" strike="noStrike" dirty="0" err="1">
                          <a:effectLst/>
                        </a:rPr>
                        <a:t>updation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AE" sz="1000" b="1" u="none" strike="noStrike" dirty="0">
                          <a:effectLst/>
                        </a:rPr>
                        <a:t> 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237293"/>
                  </a:ext>
                </a:extLst>
              </a:tr>
              <a:tr h="235951"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1000" u="none" strike="noStrike" dirty="0">
                          <a:effectLst/>
                        </a:rPr>
                        <a:t>4050/1985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Dispute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6976454"/>
                  </a:ext>
                </a:extLst>
              </a:tr>
              <a:tr h="235951"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1000" u="none" strike="noStrike" dirty="0">
                          <a:effectLst/>
                        </a:rPr>
                        <a:t>2692/1985 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Commercial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7563459"/>
                  </a:ext>
                </a:extLst>
              </a:tr>
              <a:tr h="235951"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1000" u="none" strike="noStrike">
                          <a:effectLst/>
                        </a:rPr>
                        <a:t>2184/1985</a:t>
                      </a:r>
                      <a:endParaRPr lang="en-AE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Commercial appeal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6571622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878" y="1595524"/>
            <a:ext cx="339278" cy="20599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773174" y="889233"/>
            <a:ext cx="1510019" cy="2348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Add Roots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9412448" y="671119"/>
            <a:ext cx="2114025" cy="6375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9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6562" y="226503"/>
            <a:ext cx="11425805" cy="63169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50628" y="822122"/>
            <a:ext cx="2197915" cy="1677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Category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50628" y="1209414"/>
            <a:ext cx="2197915" cy="1677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Lawyer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50628" y="1512816"/>
            <a:ext cx="2197915" cy="1677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 smtClean="0">
                <a:solidFill>
                  <a:schemeClr val="tx1"/>
                </a:solidFill>
              </a:rPr>
              <a:t>Regester</a:t>
            </a:r>
            <a:r>
              <a:rPr lang="en-US" sz="1000" dirty="0" smtClean="0">
                <a:solidFill>
                  <a:schemeClr val="tx1"/>
                </a:solidFill>
              </a:rPr>
              <a:t> day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50627" y="469086"/>
            <a:ext cx="2197915" cy="1677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Case no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04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7839" y="218114"/>
            <a:ext cx="11425805" cy="63169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3976" y="1308683"/>
          <a:ext cx="10926720" cy="9647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3320">
                  <a:extLst>
                    <a:ext uri="{9D8B030D-6E8A-4147-A177-3AD203B41FA5}">
                      <a16:colId xmlns:a16="http://schemas.microsoft.com/office/drawing/2014/main" val="1032412277"/>
                    </a:ext>
                  </a:extLst>
                </a:gridCol>
                <a:gridCol w="1594981">
                  <a:extLst>
                    <a:ext uri="{9D8B030D-6E8A-4147-A177-3AD203B41FA5}">
                      <a16:colId xmlns:a16="http://schemas.microsoft.com/office/drawing/2014/main" val="526826828"/>
                    </a:ext>
                  </a:extLst>
                </a:gridCol>
                <a:gridCol w="2569689">
                  <a:extLst>
                    <a:ext uri="{9D8B030D-6E8A-4147-A177-3AD203B41FA5}">
                      <a16:colId xmlns:a16="http://schemas.microsoft.com/office/drawing/2014/main" val="168935944"/>
                    </a:ext>
                  </a:extLst>
                </a:gridCol>
                <a:gridCol w="1063320">
                  <a:extLst>
                    <a:ext uri="{9D8B030D-6E8A-4147-A177-3AD203B41FA5}">
                      <a16:colId xmlns:a16="http://schemas.microsoft.com/office/drawing/2014/main" val="2176611268"/>
                    </a:ext>
                  </a:extLst>
                </a:gridCol>
                <a:gridCol w="1063320">
                  <a:extLst>
                    <a:ext uri="{9D8B030D-6E8A-4147-A177-3AD203B41FA5}">
                      <a16:colId xmlns:a16="http://schemas.microsoft.com/office/drawing/2014/main" val="1909500500"/>
                    </a:ext>
                  </a:extLst>
                </a:gridCol>
                <a:gridCol w="2242940">
                  <a:extLst>
                    <a:ext uri="{9D8B030D-6E8A-4147-A177-3AD203B41FA5}">
                      <a16:colId xmlns:a16="http://schemas.microsoft.com/office/drawing/2014/main" val="1347733386"/>
                    </a:ext>
                  </a:extLst>
                </a:gridCol>
                <a:gridCol w="1329150">
                  <a:extLst>
                    <a:ext uri="{9D8B030D-6E8A-4147-A177-3AD203B41FA5}">
                      <a16:colId xmlns:a16="http://schemas.microsoft.com/office/drawing/2014/main" val="4250460156"/>
                    </a:ext>
                  </a:extLst>
                </a:gridCol>
              </a:tblGrid>
              <a:tr h="2568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Date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Case Number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Category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Court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</a:rPr>
                        <a:t>Stage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u="none" strike="noStrike" dirty="0">
                          <a:effectLst/>
                        </a:rPr>
                        <a:t>Last </a:t>
                      </a:r>
                      <a:r>
                        <a:rPr lang="en-US" sz="1000" b="1" u="none" strike="noStrike" dirty="0" err="1">
                          <a:effectLst/>
                        </a:rPr>
                        <a:t>updation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AE" sz="1000" b="1" u="none" strike="noStrike" dirty="0">
                          <a:effectLst/>
                        </a:rPr>
                        <a:t> 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237293"/>
                  </a:ext>
                </a:extLst>
              </a:tr>
              <a:tr h="235951"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1000" u="none" strike="noStrike" dirty="0">
                          <a:effectLst/>
                        </a:rPr>
                        <a:t>4050/1985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Dispute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6976454"/>
                  </a:ext>
                </a:extLst>
              </a:tr>
              <a:tr h="235951"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1000" u="none" strike="noStrike" dirty="0">
                          <a:effectLst/>
                        </a:rPr>
                        <a:t>2692/1985 </a:t>
                      </a:r>
                      <a:endParaRPr lang="en-A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Commercial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7563459"/>
                  </a:ext>
                </a:extLst>
              </a:tr>
              <a:tr h="235951"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>
                          <a:effectLst/>
                        </a:rPr>
                        <a:t> 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1000" u="none" strike="noStrike">
                          <a:effectLst/>
                        </a:rPr>
                        <a:t>2184/1985</a:t>
                      </a:r>
                      <a:endParaRPr lang="en-AE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Commercial appeal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E" sz="1100" u="none" strike="noStrike" dirty="0">
                          <a:effectLst/>
                        </a:rPr>
                        <a:t> 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6571622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878" y="1595524"/>
            <a:ext cx="339278" cy="20599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773174" y="889233"/>
            <a:ext cx="1510019" cy="2348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Add Roots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200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7839" y="218114"/>
            <a:ext cx="11425805" cy="63169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Action Report / Need sub </a:t>
            </a:r>
            <a:r>
              <a:rPr lang="en-US" b="1" dirty="0">
                <a:solidFill>
                  <a:schemeClr val="tx1"/>
                </a:solidFill>
              </a:rPr>
              <a:t>Category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algn="ctr"/>
            <a:r>
              <a:rPr lang="en-GB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0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6" y="480156"/>
            <a:ext cx="11192875" cy="56757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83354" y="2608976"/>
            <a:ext cx="1812022" cy="1367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Add Sub cat / add Documents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97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02" y="941012"/>
            <a:ext cx="7291963" cy="506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0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53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Muhammed Ajeesh</dc:creator>
  <cp:lastModifiedBy>Muhammed Ajeesh</cp:lastModifiedBy>
  <cp:revision>11</cp:revision>
  <dcterms:created xsi:type="dcterms:W3CDTF">2025-04-03T09:41:46Z</dcterms:created>
  <dcterms:modified xsi:type="dcterms:W3CDTF">2025-04-04T12:25:51Z</dcterms:modified>
</cp:coreProperties>
</file>